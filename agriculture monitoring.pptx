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OBIT VERMA" initials="SV" lastIdx="1" clrIdx="0">
    <p:extLst>
      <p:ext uri="{19B8F6BF-5375-455C-9EA6-DF929625EA0E}">
        <p15:presenceInfo xmlns:p15="http://schemas.microsoft.com/office/powerpoint/2012/main" userId="f04627067fddb9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898"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IT VERMA" userId="f04627067fddb905" providerId="LiveId" clId="{9F5379B7-382D-4880-A84E-8A3A882057E0}"/>
    <pc:docChg chg="undo custSel addSld modSld">
      <pc:chgData name="SHOBIT VERMA" userId="f04627067fddb905" providerId="LiveId" clId="{9F5379B7-382D-4880-A84E-8A3A882057E0}" dt="2022-05-02T14:31:54.347" v="276" actId="20577"/>
      <pc:docMkLst>
        <pc:docMk/>
      </pc:docMkLst>
      <pc:sldChg chg="modSp mod">
        <pc:chgData name="SHOBIT VERMA" userId="f04627067fddb905" providerId="LiveId" clId="{9F5379B7-382D-4880-A84E-8A3A882057E0}" dt="2022-05-02T14:26:08.286" v="181" actId="20577"/>
        <pc:sldMkLst>
          <pc:docMk/>
          <pc:sldMk cId="1961964984" sldId="258"/>
        </pc:sldMkLst>
        <pc:spChg chg="mod">
          <ac:chgData name="SHOBIT VERMA" userId="f04627067fddb905" providerId="LiveId" clId="{9F5379B7-382D-4880-A84E-8A3A882057E0}" dt="2022-05-02T14:26:08.286" v="181" actId="20577"/>
          <ac:spMkLst>
            <pc:docMk/>
            <pc:sldMk cId="1961964984" sldId="258"/>
            <ac:spMk id="3" creationId="{C0703F6C-4B52-9BA5-94EE-E3C763DC6A99}"/>
          </ac:spMkLst>
        </pc:spChg>
      </pc:sldChg>
      <pc:sldChg chg="addSp modSp mod">
        <pc:chgData name="SHOBIT VERMA" userId="f04627067fddb905" providerId="LiveId" clId="{9F5379B7-382D-4880-A84E-8A3A882057E0}" dt="2022-05-02T14:31:15.269" v="251" actId="1076"/>
        <pc:sldMkLst>
          <pc:docMk/>
          <pc:sldMk cId="3930812099" sldId="259"/>
        </pc:sldMkLst>
        <pc:spChg chg="mod">
          <ac:chgData name="SHOBIT VERMA" userId="f04627067fddb905" providerId="LiveId" clId="{9F5379B7-382D-4880-A84E-8A3A882057E0}" dt="2022-05-02T14:27:55.969" v="190" actId="1076"/>
          <ac:spMkLst>
            <pc:docMk/>
            <pc:sldMk cId="3930812099" sldId="259"/>
            <ac:spMk id="14" creationId="{E0E2C82D-267F-FA16-2879-A8FAF328288D}"/>
          </ac:spMkLst>
        </pc:spChg>
        <pc:spChg chg="mod">
          <ac:chgData name="SHOBIT VERMA" userId="f04627067fddb905" providerId="LiveId" clId="{9F5379B7-382D-4880-A84E-8A3A882057E0}" dt="2022-05-02T14:28:15.696" v="195" actId="1076"/>
          <ac:spMkLst>
            <pc:docMk/>
            <pc:sldMk cId="3930812099" sldId="259"/>
            <ac:spMk id="15" creationId="{009B902F-A283-C663-B8B9-8B6170F24A6D}"/>
          </ac:spMkLst>
        </pc:spChg>
        <pc:spChg chg="mod">
          <ac:chgData name="SHOBIT VERMA" userId="f04627067fddb905" providerId="LiveId" clId="{9F5379B7-382D-4880-A84E-8A3A882057E0}" dt="2022-05-02T14:28:11.616" v="194" actId="1076"/>
          <ac:spMkLst>
            <pc:docMk/>
            <pc:sldMk cId="3930812099" sldId="259"/>
            <ac:spMk id="16" creationId="{0CAD1BCE-AA98-4E3E-A437-24422AA2E923}"/>
          </ac:spMkLst>
        </pc:spChg>
        <pc:spChg chg="add mod">
          <ac:chgData name="SHOBIT VERMA" userId="f04627067fddb905" providerId="LiveId" clId="{9F5379B7-382D-4880-A84E-8A3A882057E0}" dt="2022-05-02T14:30:56.039" v="228" actId="1076"/>
          <ac:spMkLst>
            <pc:docMk/>
            <pc:sldMk cId="3930812099" sldId="259"/>
            <ac:spMk id="17" creationId="{0E3C455B-E9FE-E00B-1314-3BBD53BC28A6}"/>
          </ac:spMkLst>
        </pc:spChg>
        <pc:spChg chg="add mod">
          <ac:chgData name="SHOBIT VERMA" userId="f04627067fddb905" providerId="LiveId" clId="{9F5379B7-382D-4880-A84E-8A3A882057E0}" dt="2022-05-02T14:31:15.269" v="251" actId="1076"/>
          <ac:spMkLst>
            <pc:docMk/>
            <pc:sldMk cId="3930812099" sldId="259"/>
            <ac:spMk id="18" creationId="{E4BF7EC9-8D1D-CEF7-2639-FA0B20025D98}"/>
          </ac:spMkLst>
        </pc:spChg>
        <pc:spChg chg="mod">
          <ac:chgData name="SHOBIT VERMA" userId="f04627067fddb905" providerId="LiveId" clId="{9F5379B7-382D-4880-A84E-8A3A882057E0}" dt="2022-05-02T14:28:20.271" v="196" actId="1076"/>
          <ac:spMkLst>
            <pc:docMk/>
            <pc:sldMk cId="3930812099" sldId="259"/>
            <ac:spMk id="20" creationId="{EEC11E36-D146-F053-2A9C-B7305B0977E3}"/>
          </ac:spMkLst>
        </pc:spChg>
        <pc:picChg chg="add mod">
          <ac:chgData name="SHOBIT VERMA" userId="f04627067fddb905" providerId="LiveId" clId="{9F5379B7-382D-4880-A84E-8A3A882057E0}" dt="2022-05-02T14:30:35.728" v="225" actId="1076"/>
          <ac:picMkLst>
            <pc:docMk/>
            <pc:sldMk cId="3930812099" sldId="259"/>
            <ac:picMk id="4" creationId="{5F1B5778-FC13-7A7E-40DC-1296E1AFF055}"/>
          </ac:picMkLst>
        </pc:picChg>
        <pc:picChg chg="mod">
          <ac:chgData name="SHOBIT VERMA" userId="f04627067fddb905" providerId="LiveId" clId="{9F5379B7-382D-4880-A84E-8A3A882057E0}" dt="2022-05-02T14:27:51.322" v="189" actId="1076"/>
          <ac:picMkLst>
            <pc:docMk/>
            <pc:sldMk cId="3930812099" sldId="259"/>
            <ac:picMk id="5" creationId="{C6E59A2C-A429-D13C-911B-C47086DD27E9}"/>
          </ac:picMkLst>
        </pc:picChg>
        <pc:picChg chg="mod">
          <ac:chgData name="SHOBIT VERMA" userId="f04627067fddb905" providerId="LiveId" clId="{9F5379B7-382D-4880-A84E-8A3A882057E0}" dt="2022-05-02T14:27:58.279" v="191" actId="1076"/>
          <ac:picMkLst>
            <pc:docMk/>
            <pc:sldMk cId="3930812099" sldId="259"/>
            <ac:picMk id="7" creationId="{C4013D08-8896-0F4A-DB63-6842BCF923CB}"/>
          </ac:picMkLst>
        </pc:picChg>
        <pc:picChg chg="add mod">
          <ac:chgData name="SHOBIT VERMA" userId="f04627067fddb905" providerId="LiveId" clId="{9F5379B7-382D-4880-A84E-8A3A882057E0}" dt="2022-05-02T14:30:31.520" v="224" actId="1076"/>
          <ac:picMkLst>
            <pc:docMk/>
            <pc:sldMk cId="3930812099" sldId="259"/>
            <ac:picMk id="8" creationId="{58BCCF84-67BF-DFEC-9C09-212654D3983C}"/>
          </ac:picMkLst>
        </pc:picChg>
        <pc:picChg chg="mod">
          <ac:chgData name="SHOBIT VERMA" userId="f04627067fddb905" providerId="LiveId" clId="{9F5379B7-382D-4880-A84E-8A3A882057E0}" dt="2022-05-02T14:28:05.109" v="193" actId="1076"/>
          <ac:picMkLst>
            <pc:docMk/>
            <pc:sldMk cId="3930812099" sldId="259"/>
            <ac:picMk id="9" creationId="{497AF305-F553-9128-7C1B-90F794557BE5}"/>
          </ac:picMkLst>
        </pc:picChg>
        <pc:picChg chg="mod">
          <ac:chgData name="SHOBIT VERMA" userId="f04627067fddb905" providerId="LiveId" clId="{9F5379B7-382D-4880-A84E-8A3A882057E0}" dt="2022-05-02T14:28:01.822" v="192" actId="1076"/>
          <ac:picMkLst>
            <pc:docMk/>
            <pc:sldMk cId="3930812099" sldId="259"/>
            <ac:picMk id="11" creationId="{0FE2A561-F0E7-CD6E-8C71-4E016430EFDE}"/>
          </ac:picMkLst>
        </pc:picChg>
      </pc:sldChg>
      <pc:sldChg chg="addSp delSp modSp mod">
        <pc:chgData name="SHOBIT VERMA" userId="f04627067fddb905" providerId="LiveId" clId="{9F5379B7-382D-4880-A84E-8A3A882057E0}" dt="2022-05-02T14:20:48.705" v="126" actId="1076"/>
        <pc:sldMkLst>
          <pc:docMk/>
          <pc:sldMk cId="2263415414" sldId="260"/>
        </pc:sldMkLst>
        <pc:spChg chg="mod">
          <ac:chgData name="SHOBIT VERMA" userId="f04627067fddb905" providerId="LiveId" clId="{9F5379B7-382D-4880-A84E-8A3A882057E0}" dt="2022-05-02T14:20:48.705" v="126" actId="1076"/>
          <ac:spMkLst>
            <pc:docMk/>
            <pc:sldMk cId="2263415414" sldId="260"/>
            <ac:spMk id="2" creationId="{96D54071-B147-6CF4-8957-C072EA1C24A1}"/>
          </ac:spMkLst>
        </pc:spChg>
        <pc:spChg chg="del">
          <ac:chgData name="SHOBIT VERMA" userId="f04627067fddb905" providerId="LiveId" clId="{9F5379B7-382D-4880-A84E-8A3A882057E0}" dt="2022-05-02T14:20:05.135" v="116"/>
          <ac:spMkLst>
            <pc:docMk/>
            <pc:sldMk cId="2263415414" sldId="260"/>
            <ac:spMk id="3" creationId="{5599173E-EB8D-A960-E362-B83FE2830914}"/>
          </ac:spMkLst>
        </pc:spChg>
        <pc:picChg chg="add mod">
          <ac:chgData name="SHOBIT VERMA" userId="f04627067fddb905" providerId="LiveId" clId="{9F5379B7-382D-4880-A84E-8A3A882057E0}" dt="2022-05-02T14:20:40.734" v="125" actId="14100"/>
          <ac:picMkLst>
            <pc:docMk/>
            <pc:sldMk cId="2263415414" sldId="260"/>
            <ac:picMk id="5" creationId="{61FED88A-16DC-F9EA-D583-0E754D9C93EF}"/>
          </ac:picMkLst>
        </pc:picChg>
      </pc:sldChg>
      <pc:sldChg chg="modSp new mod">
        <pc:chgData name="SHOBIT VERMA" userId="f04627067fddb905" providerId="LiveId" clId="{9F5379B7-382D-4880-A84E-8A3A882057E0}" dt="2022-05-02T14:12:49.640" v="54" actId="14100"/>
        <pc:sldMkLst>
          <pc:docMk/>
          <pc:sldMk cId="267089025" sldId="261"/>
        </pc:sldMkLst>
        <pc:spChg chg="mod">
          <ac:chgData name="SHOBIT VERMA" userId="f04627067fddb905" providerId="LiveId" clId="{9F5379B7-382D-4880-A84E-8A3A882057E0}" dt="2022-05-02T14:12:23.711" v="47" actId="1076"/>
          <ac:spMkLst>
            <pc:docMk/>
            <pc:sldMk cId="267089025" sldId="261"/>
            <ac:spMk id="2" creationId="{0F23422A-EB3A-1745-BE7B-85EB4190F242}"/>
          </ac:spMkLst>
        </pc:spChg>
        <pc:spChg chg="mod">
          <ac:chgData name="SHOBIT VERMA" userId="f04627067fddb905" providerId="LiveId" clId="{9F5379B7-382D-4880-A84E-8A3A882057E0}" dt="2022-05-02T14:12:49.640" v="54" actId="14100"/>
          <ac:spMkLst>
            <pc:docMk/>
            <pc:sldMk cId="267089025" sldId="261"/>
            <ac:spMk id="3" creationId="{AB64E9D4-6390-08E9-B445-B1A8147EA9AD}"/>
          </ac:spMkLst>
        </pc:spChg>
      </pc:sldChg>
      <pc:sldChg chg="modSp new mod">
        <pc:chgData name="SHOBIT VERMA" userId="f04627067fddb905" providerId="LiveId" clId="{9F5379B7-382D-4880-A84E-8A3A882057E0}" dt="2022-05-02T14:31:54.347" v="276" actId="20577"/>
        <pc:sldMkLst>
          <pc:docMk/>
          <pc:sldMk cId="637580516" sldId="262"/>
        </pc:sldMkLst>
        <pc:spChg chg="mod">
          <ac:chgData name="SHOBIT VERMA" userId="f04627067fddb905" providerId="LiveId" clId="{9F5379B7-382D-4880-A84E-8A3A882057E0}" dt="2022-05-02T14:25:31.966" v="159" actId="20577"/>
          <ac:spMkLst>
            <pc:docMk/>
            <pc:sldMk cId="637580516" sldId="262"/>
            <ac:spMk id="2" creationId="{299FF47E-40E0-41A1-AFA2-78AEAB4C5403}"/>
          </ac:spMkLst>
        </pc:spChg>
        <pc:spChg chg="mod">
          <ac:chgData name="SHOBIT VERMA" userId="f04627067fddb905" providerId="LiveId" clId="{9F5379B7-382D-4880-A84E-8A3A882057E0}" dt="2022-05-02T14:31:54.347" v="276" actId="20577"/>
          <ac:spMkLst>
            <pc:docMk/>
            <pc:sldMk cId="637580516" sldId="262"/>
            <ac:spMk id="3" creationId="{2FD78038-C4D7-DC6B-DB59-B10BC7A21F99}"/>
          </ac:spMkLst>
        </pc:spChg>
      </pc:sldChg>
      <pc:sldChg chg="delSp modSp new mod">
        <pc:chgData name="SHOBIT VERMA" userId="f04627067fddb905" providerId="LiveId" clId="{9F5379B7-382D-4880-A84E-8A3A882057E0}" dt="2022-05-02T14:18:54.396" v="115" actId="27636"/>
        <pc:sldMkLst>
          <pc:docMk/>
          <pc:sldMk cId="639891643" sldId="263"/>
        </pc:sldMkLst>
        <pc:spChg chg="mod">
          <ac:chgData name="SHOBIT VERMA" userId="f04627067fddb905" providerId="LiveId" clId="{9F5379B7-382D-4880-A84E-8A3A882057E0}" dt="2022-05-02T14:18:54.396" v="115" actId="27636"/>
          <ac:spMkLst>
            <pc:docMk/>
            <pc:sldMk cId="639891643" sldId="263"/>
            <ac:spMk id="2" creationId="{1F6C4492-3D5F-6C31-8F2D-7FF39980DBD1}"/>
          </ac:spMkLst>
        </pc:spChg>
        <pc:spChg chg="del mod">
          <ac:chgData name="SHOBIT VERMA" userId="f04627067fddb905" providerId="LiveId" clId="{9F5379B7-382D-4880-A84E-8A3A882057E0}" dt="2022-05-02T14:18:30.298" v="112" actId="478"/>
          <ac:spMkLst>
            <pc:docMk/>
            <pc:sldMk cId="639891643" sldId="263"/>
            <ac:spMk id="3" creationId="{FA9DDF08-529A-6248-5EB0-344F170F4C98}"/>
          </ac:spMkLst>
        </pc:spChg>
      </pc:sldChg>
    </pc:docChg>
  </pc:docChgLst>
  <pc:docChgLst>
    <pc:chgData name="SHOBIT VERMA" userId="f04627067fddb905" providerId="LiveId" clId="{F5A952C8-5B47-40C1-BC84-7A36058B294E}"/>
    <pc:docChg chg="undo custSel addSld modSld">
      <pc:chgData name="SHOBIT VERMA" userId="f04627067fddb905" providerId="LiveId" clId="{F5A952C8-5B47-40C1-BC84-7A36058B294E}" dt="2022-05-01T16:01:27.562" v="1119" actId="1076"/>
      <pc:docMkLst>
        <pc:docMk/>
      </pc:docMkLst>
      <pc:sldChg chg="modSp new mod">
        <pc:chgData name="SHOBIT VERMA" userId="f04627067fddb905" providerId="LiveId" clId="{F5A952C8-5B47-40C1-BC84-7A36058B294E}" dt="2022-05-01T16:01:27.562" v="1119" actId="1076"/>
        <pc:sldMkLst>
          <pc:docMk/>
          <pc:sldMk cId="3821075812" sldId="256"/>
        </pc:sldMkLst>
        <pc:spChg chg="mod">
          <ac:chgData name="SHOBIT VERMA" userId="f04627067fddb905" providerId="LiveId" clId="{F5A952C8-5B47-40C1-BC84-7A36058B294E}" dt="2022-05-01T16:01:27.562" v="1119" actId="1076"/>
          <ac:spMkLst>
            <pc:docMk/>
            <pc:sldMk cId="3821075812" sldId="256"/>
            <ac:spMk id="2" creationId="{649E1600-9A68-838A-1D59-D47086BBC0C2}"/>
          </ac:spMkLst>
        </pc:spChg>
        <pc:spChg chg="mod">
          <ac:chgData name="SHOBIT VERMA" userId="f04627067fddb905" providerId="LiveId" clId="{F5A952C8-5B47-40C1-BC84-7A36058B294E}" dt="2022-05-01T16:00:33.046" v="1114" actId="27636"/>
          <ac:spMkLst>
            <pc:docMk/>
            <pc:sldMk cId="3821075812" sldId="256"/>
            <ac:spMk id="3" creationId="{724D4752-2EBD-E5A9-F0B3-0D2407DD7DAF}"/>
          </ac:spMkLst>
        </pc:spChg>
      </pc:sldChg>
      <pc:sldChg chg="modSp new mod">
        <pc:chgData name="SHOBIT VERMA" userId="f04627067fddb905" providerId="LiveId" clId="{F5A952C8-5B47-40C1-BC84-7A36058B294E}" dt="2022-05-01T16:00:09.396" v="1109"/>
        <pc:sldMkLst>
          <pc:docMk/>
          <pc:sldMk cId="2563884055" sldId="257"/>
        </pc:sldMkLst>
        <pc:spChg chg="mod">
          <ac:chgData name="SHOBIT VERMA" userId="f04627067fddb905" providerId="LiveId" clId="{F5A952C8-5B47-40C1-BC84-7A36058B294E}" dt="2022-05-01T16:00:09.396" v="1109"/>
          <ac:spMkLst>
            <pc:docMk/>
            <pc:sldMk cId="2563884055" sldId="257"/>
            <ac:spMk id="2" creationId="{DD79B47E-7EB3-92BB-A535-AA93CA5C2F23}"/>
          </ac:spMkLst>
        </pc:spChg>
        <pc:spChg chg="mod">
          <ac:chgData name="SHOBIT VERMA" userId="f04627067fddb905" providerId="LiveId" clId="{F5A952C8-5B47-40C1-BC84-7A36058B294E}" dt="2022-05-01T15:39:50.066" v="698" actId="1076"/>
          <ac:spMkLst>
            <pc:docMk/>
            <pc:sldMk cId="2563884055" sldId="257"/>
            <ac:spMk id="3" creationId="{AF7A0FB2-539B-3555-71D5-1B2F186500FB}"/>
          </ac:spMkLst>
        </pc:spChg>
      </pc:sldChg>
      <pc:sldChg chg="modSp new mod">
        <pc:chgData name="SHOBIT VERMA" userId="f04627067fddb905" providerId="LiveId" clId="{F5A952C8-5B47-40C1-BC84-7A36058B294E}" dt="2022-05-01T16:00:09.396" v="1109"/>
        <pc:sldMkLst>
          <pc:docMk/>
          <pc:sldMk cId="1961964984" sldId="258"/>
        </pc:sldMkLst>
        <pc:spChg chg="mod">
          <ac:chgData name="SHOBIT VERMA" userId="f04627067fddb905" providerId="LiveId" clId="{F5A952C8-5B47-40C1-BC84-7A36058B294E}" dt="2022-05-01T16:00:09.396" v="1109"/>
          <ac:spMkLst>
            <pc:docMk/>
            <pc:sldMk cId="1961964984" sldId="258"/>
            <ac:spMk id="2" creationId="{5A9FB39F-EE59-4F6A-A5A1-70696C757D15}"/>
          </ac:spMkLst>
        </pc:spChg>
        <pc:spChg chg="mod">
          <ac:chgData name="SHOBIT VERMA" userId="f04627067fddb905" providerId="LiveId" clId="{F5A952C8-5B47-40C1-BC84-7A36058B294E}" dt="2022-05-01T16:00:09.396" v="1109"/>
          <ac:spMkLst>
            <pc:docMk/>
            <pc:sldMk cId="1961964984" sldId="258"/>
            <ac:spMk id="3" creationId="{C0703F6C-4B52-9BA5-94EE-E3C763DC6A99}"/>
          </ac:spMkLst>
        </pc:spChg>
      </pc:sldChg>
      <pc:sldChg chg="addSp delSp modSp new mod addCm delCm">
        <pc:chgData name="SHOBIT VERMA" userId="f04627067fddb905" providerId="LiveId" clId="{F5A952C8-5B47-40C1-BC84-7A36058B294E}" dt="2022-05-01T15:57:00.629" v="1048" actId="1076"/>
        <pc:sldMkLst>
          <pc:docMk/>
          <pc:sldMk cId="3930812099" sldId="259"/>
        </pc:sldMkLst>
        <pc:spChg chg="mod">
          <ac:chgData name="SHOBIT VERMA" userId="f04627067fddb905" providerId="LiveId" clId="{F5A952C8-5B47-40C1-BC84-7A36058B294E}" dt="2022-05-01T15:46:28.879" v="891" actId="1076"/>
          <ac:spMkLst>
            <pc:docMk/>
            <pc:sldMk cId="3930812099" sldId="259"/>
            <ac:spMk id="2" creationId="{EE52D4CE-C3FF-D3E9-228E-0F80153B75C5}"/>
          </ac:spMkLst>
        </pc:spChg>
        <pc:spChg chg="del mod">
          <ac:chgData name="SHOBIT VERMA" userId="f04627067fddb905" providerId="LiveId" clId="{F5A952C8-5B47-40C1-BC84-7A36058B294E}" dt="2022-05-01T15:46:38.231" v="893" actId="478"/>
          <ac:spMkLst>
            <pc:docMk/>
            <pc:sldMk cId="3930812099" sldId="259"/>
            <ac:spMk id="3" creationId="{1CAA605B-D87B-DB24-81C6-06A9FCAA3911}"/>
          </ac:spMkLst>
        </pc:spChg>
        <pc:spChg chg="add del mod">
          <ac:chgData name="SHOBIT VERMA" userId="f04627067fddb905" providerId="LiveId" clId="{F5A952C8-5B47-40C1-BC84-7A36058B294E}" dt="2022-05-01T15:51:49.027" v="908"/>
          <ac:spMkLst>
            <pc:docMk/>
            <pc:sldMk cId="3930812099" sldId="259"/>
            <ac:spMk id="12" creationId="{0EFE67F6-08D1-4DA8-BD3C-5309138118CA}"/>
          </ac:spMkLst>
        </pc:spChg>
        <pc:spChg chg="add del mod">
          <ac:chgData name="SHOBIT VERMA" userId="f04627067fddb905" providerId="LiveId" clId="{F5A952C8-5B47-40C1-BC84-7A36058B294E}" dt="2022-05-01T15:52:13.520" v="915"/>
          <ac:spMkLst>
            <pc:docMk/>
            <pc:sldMk cId="3930812099" sldId="259"/>
            <ac:spMk id="13" creationId="{E9198BA0-D125-DCEA-46AA-D4BB3DAADA41}"/>
          </ac:spMkLst>
        </pc:spChg>
        <pc:spChg chg="add mod">
          <ac:chgData name="SHOBIT VERMA" userId="f04627067fddb905" providerId="LiveId" clId="{F5A952C8-5B47-40C1-BC84-7A36058B294E}" dt="2022-05-01T15:52:56.302" v="940" actId="1076"/>
          <ac:spMkLst>
            <pc:docMk/>
            <pc:sldMk cId="3930812099" sldId="259"/>
            <ac:spMk id="14" creationId="{E0E2C82D-267F-FA16-2879-A8FAF328288D}"/>
          </ac:spMkLst>
        </pc:spChg>
        <pc:spChg chg="add mod">
          <ac:chgData name="SHOBIT VERMA" userId="f04627067fddb905" providerId="LiveId" clId="{F5A952C8-5B47-40C1-BC84-7A36058B294E}" dt="2022-05-01T15:53:44.474" v="965" actId="1076"/>
          <ac:spMkLst>
            <pc:docMk/>
            <pc:sldMk cId="3930812099" sldId="259"/>
            <ac:spMk id="15" creationId="{009B902F-A283-C663-B8B9-8B6170F24A6D}"/>
          </ac:spMkLst>
        </pc:spChg>
        <pc:spChg chg="add mod">
          <ac:chgData name="SHOBIT VERMA" userId="f04627067fddb905" providerId="LiveId" clId="{F5A952C8-5B47-40C1-BC84-7A36058B294E}" dt="2022-05-01T15:55:09.933" v="989" actId="1076"/>
          <ac:spMkLst>
            <pc:docMk/>
            <pc:sldMk cId="3930812099" sldId="259"/>
            <ac:spMk id="16" creationId="{0CAD1BCE-AA98-4E3E-A437-24422AA2E923}"/>
          </ac:spMkLst>
        </pc:spChg>
        <pc:spChg chg="add del mod">
          <ac:chgData name="SHOBIT VERMA" userId="f04627067fddb905" providerId="LiveId" clId="{F5A952C8-5B47-40C1-BC84-7A36058B294E}" dt="2022-05-01T15:55:56.709" v="1015"/>
          <ac:spMkLst>
            <pc:docMk/>
            <pc:sldMk cId="3930812099" sldId="259"/>
            <ac:spMk id="17" creationId="{B8F18E5A-6B42-1B3F-495C-CF1AD64B82DF}"/>
          </ac:spMkLst>
        </pc:spChg>
        <pc:spChg chg="add del mod">
          <ac:chgData name="SHOBIT VERMA" userId="f04627067fddb905" providerId="LiveId" clId="{F5A952C8-5B47-40C1-BC84-7A36058B294E}" dt="2022-05-01T15:55:56.709" v="1017"/>
          <ac:spMkLst>
            <pc:docMk/>
            <pc:sldMk cId="3930812099" sldId="259"/>
            <ac:spMk id="18" creationId="{60E0D922-5D66-9B5F-B513-C98FD039D83C}"/>
          </ac:spMkLst>
        </pc:spChg>
        <pc:spChg chg="add del mod">
          <ac:chgData name="SHOBIT VERMA" userId="f04627067fddb905" providerId="LiveId" clId="{F5A952C8-5B47-40C1-BC84-7A36058B294E}" dt="2022-05-01T15:55:56.709" v="1019"/>
          <ac:spMkLst>
            <pc:docMk/>
            <pc:sldMk cId="3930812099" sldId="259"/>
            <ac:spMk id="19" creationId="{0E5CD7C1-2650-2379-6F19-8A2D4F559C96}"/>
          </ac:spMkLst>
        </pc:spChg>
        <pc:spChg chg="add mod">
          <ac:chgData name="SHOBIT VERMA" userId="f04627067fddb905" providerId="LiveId" clId="{F5A952C8-5B47-40C1-BC84-7A36058B294E}" dt="2022-05-01T15:57:00.629" v="1048" actId="1076"/>
          <ac:spMkLst>
            <pc:docMk/>
            <pc:sldMk cId="3930812099" sldId="259"/>
            <ac:spMk id="20" creationId="{EEC11E36-D146-F053-2A9C-B7305B0977E3}"/>
          </ac:spMkLst>
        </pc:spChg>
        <pc:picChg chg="add mod">
          <ac:chgData name="SHOBIT VERMA" userId="f04627067fddb905" providerId="LiveId" clId="{F5A952C8-5B47-40C1-BC84-7A36058B294E}" dt="2022-05-01T15:46:52.924" v="896" actId="1076"/>
          <ac:picMkLst>
            <pc:docMk/>
            <pc:sldMk cId="3930812099" sldId="259"/>
            <ac:picMk id="5" creationId="{C6E59A2C-A429-D13C-911B-C47086DD27E9}"/>
          </ac:picMkLst>
        </pc:picChg>
        <pc:picChg chg="add mod">
          <ac:chgData name="SHOBIT VERMA" userId="f04627067fddb905" providerId="LiveId" clId="{F5A952C8-5B47-40C1-BC84-7A36058B294E}" dt="2022-05-01T15:47:28.545" v="903" actId="1076"/>
          <ac:picMkLst>
            <pc:docMk/>
            <pc:sldMk cId="3930812099" sldId="259"/>
            <ac:picMk id="7" creationId="{C4013D08-8896-0F4A-DB63-6842BCF923CB}"/>
          </ac:picMkLst>
        </pc:picChg>
        <pc:picChg chg="add mod">
          <ac:chgData name="SHOBIT VERMA" userId="f04627067fddb905" providerId="LiveId" clId="{F5A952C8-5B47-40C1-BC84-7A36058B294E}" dt="2022-05-01T15:47:15.818" v="900" actId="1076"/>
          <ac:picMkLst>
            <pc:docMk/>
            <pc:sldMk cId="3930812099" sldId="259"/>
            <ac:picMk id="9" creationId="{497AF305-F553-9128-7C1B-90F794557BE5}"/>
          </ac:picMkLst>
        </pc:picChg>
        <pc:picChg chg="add mod">
          <ac:chgData name="SHOBIT VERMA" userId="f04627067fddb905" providerId="LiveId" clId="{F5A952C8-5B47-40C1-BC84-7A36058B294E}" dt="2022-05-01T15:55:20.219" v="990" actId="1076"/>
          <ac:picMkLst>
            <pc:docMk/>
            <pc:sldMk cId="3930812099" sldId="259"/>
            <ac:picMk id="11" creationId="{0FE2A561-F0E7-CD6E-8C71-4E016430EFDE}"/>
          </ac:picMkLst>
        </pc:picChg>
      </pc:sldChg>
      <pc:sldChg chg="modSp new mod">
        <pc:chgData name="SHOBIT VERMA" userId="f04627067fddb905" providerId="LiveId" clId="{F5A952C8-5B47-40C1-BC84-7A36058B294E}" dt="2022-05-01T16:00:09.396" v="1109"/>
        <pc:sldMkLst>
          <pc:docMk/>
          <pc:sldMk cId="2263415414" sldId="260"/>
        </pc:sldMkLst>
        <pc:spChg chg="mod">
          <ac:chgData name="SHOBIT VERMA" userId="f04627067fddb905" providerId="LiveId" clId="{F5A952C8-5B47-40C1-BC84-7A36058B294E}" dt="2022-05-01T15:58:14.214" v="1088" actId="14100"/>
          <ac:spMkLst>
            <pc:docMk/>
            <pc:sldMk cId="2263415414" sldId="260"/>
            <ac:spMk id="2" creationId="{96D54071-B147-6CF4-8957-C072EA1C24A1}"/>
          </ac:spMkLst>
        </pc:spChg>
        <pc:spChg chg="mod">
          <ac:chgData name="SHOBIT VERMA" userId="f04627067fddb905" providerId="LiveId" clId="{F5A952C8-5B47-40C1-BC84-7A36058B294E}" dt="2022-05-01T16:00:09.396" v="1109"/>
          <ac:spMkLst>
            <pc:docMk/>
            <pc:sldMk cId="2263415414" sldId="260"/>
            <ac:spMk id="3" creationId="{5599173E-EB8D-A960-E362-B83FE283091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1884940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3233640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594217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4EEBBD-F221-41FD-85DA-29E66629C95C}" type="datetimeFigureOut">
              <a:rPr lang="en-IN" smtClean="0"/>
              <a:t>02-05-2022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3554669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4EEBBD-F221-41FD-85DA-29E66629C95C}" type="datetimeFigureOut">
              <a:rPr lang="en-IN" smtClean="0"/>
              <a:t>02-05-2022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4275375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4EEBBD-F221-41FD-85DA-29E66629C95C}" type="datetimeFigureOut">
              <a:rPr lang="en-IN" smtClean="0"/>
              <a:t>02-05-2022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291426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EEBBD-F221-41FD-85DA-29E66629C95C}" type="datetimeFigureOut">
              <a:rPr lang="en-IN" smtClean="0"/>
              <a:t>02-05-2022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2259437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4EEBBD-F221-41FD-85DA-29E66629C95C}" type="datetimeFigureOut">
              <a:rPr lang="en-IN" smtClean="0"/>
              <a:t>02-05-2022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249531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4EEBBD-F221-41FD-85DA-29E66629C95C}" type="datetimeFigureOut">
              <a:rPr lang="en-IN" smtClean="0"/>
              <a:t>02-05-2022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1259536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4EEBBD-F221-41FD-85DA-29E66629C95C}" type="datetimeFigureOut">
              <a:rPr lang="en-IN" smtClean="0"/>
              <a:t>02-05-2022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1255273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1684640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3508488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3644735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3679975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212136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4113348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4EEBBD-F221-41FD-85DA-29E66629C95C}" type="datetimeFigureOut">
              <a:rPr lang="en-IN" smtClean="0"/>
              <a:t>02-05-2022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D46298-A5FC-4287-B74C-3B6E1E7CF042}" type="slidenum">
              <a:rPr lang="en-IN" smtClean="0"/>
              <a:t>‹#›</a:t>
            </a:fld>
            <a:endParaRPr lang="en-IN"/>
          </a:p>
        </p:txBody>
      </p:sp>
    </p:spTree>
    <p:extLst>
      <p:ext uri="{BB962C8B-B14F-4D97-AF65-F5344CB8AC3E}">
        <p14:creationId xmlns:p14="http://schemas.microsoft.com/office/powerpoint/2010/main" val="169503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74EEBBD-F221-41FD-85DA-29E66629C95C}" type="datetimeFigureOut">
              <a:rPr lang="en-IN" smtClean="0"/>
              <a:t>02-05-2022</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0D46298-A5FC-4287-B74C-3B6E1E7CF042}" type="slidenum">
              <a:rPr lang="en-IN" smtClean="0"/>
              <a:t>‹#›</a:t>
            </a:fld>
            <a:endParaRPr lang="en-IN"/>
          </a:p>
        </p:txBody>
      </p:sp>
    </p:spTree>
    <p:extLst>
      <p:ext uri="{BB962C8B-B14F-4D97-AF65-F5344CB8AC3E}">
        <p14:creationId xmlns:p14="http://schemas.microsoft.com/office/powerpoint/2010/main" val="750941851"/>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 id="21474838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drive/folders/1hWxC_008_2gjnyb0McVaEjI6dfHVLdaU?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E1600-9A68-838A-1D59-D47086BBC0C2}"/>
              </a:ext>
            </a:extLst>
          </p:cNvPr>
          <p:cNvSpPr>
            <a:spLocks noGrp="1"/>
          </p:cNvSpPr>
          <p:nvPr>
            <p:ph type="ctrTitle"/>
          </p:nvPr>
        </p:nvSpPr>
        <p:spPr>
          <a:xfrm>
            <a:off x="1295400" y="198120"/>
            <a:ext cx="10283823" cy="2700867"/>
          </a:xfrm>
        </p:spPr>
        <p:txBody>
          <a:bodyPr>
            <a:normAutofit/>
          </a:bodyPr>
          <a:lstStyle/>
          <a:p>
            <a:r>
              <a:rPr lang="en-IN" dirty="0"/>
              <a:t>Agriculture Monitoring and Irrigation automation System </a:t>
            </a:r>
          </a:p>
        </p:txBody>
      </p:sp>
      <p:sp>
        <p:nvSpPr>
          <p:cNvPr id="3" name="Subtitle 2">
            <a:extLst>
              <a:ext uri="{FF2B5EF4-FFF2-40B4-BE49-F238E27FC236}">
                <a16:creationId xmlns:a16="http://schemas.microsoft.com/office/drawing/2014/main" id="{724D4752-2EBD-E5A9-F0B3-0D2407DD7DAF}"/>
              </a:ext>
            </a:extLst>
          </p:cNvPr>
          <p:cNvSpPr>
            <a:spLocks noGrp="1"/>
          </p:cNvSpPr>
          <p:nvPr>
            <p:ph type="subTitle" idx="1"/>
          </p:nvPr>
        </p:nvSpPr>
        <p:spPr>
          <a:xfrm>
            <a:off x="1562100" y="4343400"/>
            <a:ext cx="9070848" cy="1493520"/>
          </a:xfrm>
        </p:spPr>
        <p:txBody>
          <a:bodyPr>
            <a:normAutofit fontScale="55000" lnSpcReduction="20000"/>
          </a:bodyPr>
          <a:lstStyle/>
          <a:p>
            <a:r>
              <a:rPr lang="en-IN" sz="4800" dirty="0"/>
              <a:t>SHOBIT VERMA</a:t>
            </a:r>
          </a:p>
          <a:p>
            <a:r>
              <a:rPr lang="en-IN" sz="4800" dirty="0"/>
              <a:t>21JE0893</a:t>
            </a:r>
          </a:p>
          <a:p>
            <a:r>
              <a:rPr lang="en-IN" sz="4800" dirty="0"/>
              <a:t>MECHANICAL ENGINEERING</a:t>
            </a:r>
          </a:p>
          <a:p>
            <a:endParaRPr lang="en-IN" dirty="0"/>
          </a:p>
        </p:txBody>
      </p:sp>
    </p:spTree>
    <p:extLst>
      <p:ext uri="{BB962C8B-B14F-4D97-AF65-F5344CB8AC3E}">
        <p14:creationId xmlns:p14="http://schemas.microsoft.com/office/powerpoint/2010/main" val="3821075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9B47E-7EB3-92BB-A535-AA93CA5C2F23}"/>
              </a:ext>
            </a:extLst>
          </p:cNvPr>
          <p:cNvSpPr>
            <a:spLocks noGrp="1"/>
          </p:cNvSpPr>
          <p:nvPr>
            <p:ph type="title"/>
          </p:nvPr>
        </p:nvSpPr>
        <p:spPr/>
        <p:txBody>
          <a:bodyPr/>
          <a:lstStyle/>
          <a:p>
            <a:r>
              <a:rPr lang="en-IN" dirty="0"/>
              <a:t>UNDERSTANDING THE PROBLEM</a:t>
            </a:r>
          </a:p>
        </p:txBody>
      </p:sp>
      <p:sp>
        <p:nvSpPr>
          <p:cNvPr id="3" name="Content Placeholder 2">
            <a:extLst>
              <a:ext uri="{FF2B5EF4-FFF2-40B4-BE49-F238E27FC236}">
                <a16:creationId xmlns:a16="http://schemas.microsoft.com/office/drawing/2014/main" id="{AF7A0FB2-539B-3555-71D5-1B2F186500FB}"/>
              </a:ext>
            </a:extLst>
          </p:cNvPr>
          <p:cNvSpPr>
            <a:spLocks noGrp="1"/>
          </p:cNvSpPr>
          <p:nvPr>
            <p:ph idx="1"/>
          </p:nvPr>
        </p:nvSpPr>
        <p:spPr>
          <a:xfrm>
            <a:off x="1143000" y="2362200"/>
            <a:ext cx="10058400" cy="4038600"/>
          </a:xfrm>
        </p:spPr>
        <p:txBody>
          <a:bodyPr>
            <a:normAutofit/>
          </a:bodyPr>
          <a:lstStyle/>
          <a:p>
            <a:pPr marL="0" indent="0">
              <a:buNone/>
            </a:pPr>
            <a:r>
              <a:rPr lang="en-IN" sz="2400" dirty="0"/>
              <a:t>To develop an </a:t>
            </a:r>
            <a:r>
              <a:rPr lang="en-IN" sz="2400" dirty="0" err="1"/>
              <a:t>iot</a:t>
            </a:r>
            <a:r>
              <a:rPr lang="en-IN" sz="2400" dirty="0"/>
              <a:t> based project that will help us monitor the moisture in the soil and to irrigate it when necessary. The detection of the moisture shall be done by the soil moisture sensor and if the water content is low then we can irrigate the plant with a nearby small water pump .</a:t>
            </a:r>
          </a:p>
          <a:p>
            <a:endParaRPr lang="en-IN" sz="2400" dirty="0"/>
          </a:p>
        </p:txBody>
      </p:sp>
    </p:spTree>
    <p:extLst>
      <p:ext uri="{BB962C8B-B14F-4D97-AF65-F5344CB8AC3E}">
        <p14:creationId xmlns:p14="http://schemas.microsoft.com/office/powerpoint/2010/main" val="256388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B39F-EE59-4F6A-A5A1-70696C757D15}"/>
              </a:ext>
            </a:extLst>
          </p:cNvPr>
          <p:cNvSpPr>
            <a:spLocks noGrp="1"/>
          </p:cNvSpPr>
          <p:nvPr>
            <p:ph type="title"/>
          </p:nvPr>
        </p:nvSpPr>
        <p:spPr/>
        <p:txBody>
          <a:bodyPr/>
          <a:lstStyle/>
          <a:p>
            <a:r>
              <a:rPr lang="en-IN" dirty="0"/>
              <a:t>COMPONENTS REQUIRED</a:t>
            </a:r>
          </a:p>
        </p:txBody>
      </p:sp>
      <p:sp>
        <p:nvSpPr>
          <p:cNvPr id="3" name="Content Placeholder 2">
            <a:extLst>
              <a:ext uri="{FF2B5EF4-FFF2-40B4-BE49-F238E27FC236}">
                <a16:creationId xmlns:a16="http://schemas.microsoft.com/office/drawing/2014/main" id="{C0703F6C-4B52-9BA5-94EE-E3C763DC6A99}"/>
              </a:ext>
            </a:extLst>
          </p:cNvPr>
          <p:cNvSpPr>
            <a:spLocks noGrp="1"/>
          </p:cNvSpPr>
          <p:nvPr>
            <p:ph idx="1"/>
          </p:nvPr>
        </p:nvSpPr>
        <p:spPr/>
        <p:txBody>
          <a:bodyPr>
            <a:normAutofit fontScale="55000" lnSpcReduction="20000"/>
          </a:bodyPr>
          <a:lstStyle/>
          <a:p>
            <a:r>
              <a:rPr lang="en-IN" sz="4000" dirty="0"/>
              <a:t>Arduino uno R3</a:t>
            </a:r>
          </a:p>
          <a:p>
            <a:r>
              <a:rPr lang="en-IN" sz="4000" dirty="0"/>
              <a:t>Soil moisture sensor module</a:t>
            </a:r>
          </a:p>
          <a:p>
            <a:r>
              <a:rPr lang="en-IN" sz="4000" dirty="0"/>
              <a:t>Single 5V relay module</a:t>
            </a:r>
          </a:p>
          <a:p>
            <a:r>
              <a:rPr lang="en-IN" sz="4000" dirty="0"/>
              <a:t>Small water pump </a:t>
            </a:r>
          </a:p>
          <a:p>
            <a:r>
              <a:rPr lang="en-IN" sz="4000" dirty="0"/>
              <a:t>Small breadboard</a:t>
            </a:r>
          </a:p>
          <a:p>
            <a:r>
              <a:rPr lang="en-IN" sz="4000" dirty="0"/>
              <a:t>Jumper wires</a:t>
            </a:r>
          </a:p>
          <a:p>
            <a:r>
              <a:rPr lang="en-IN" sz="4000" dirty="0"/>
              <a:t>9V Battery</a:t>
            </a:r>
          </a:p>
          <a:p>
            <a:endParaRPr lang="en-IN" dirty="0"/>
          </a:p>
        </p:txBody>
      </p:sp>
    </p:spTree>
    <p:extLst>
      <p:ext uri="{BB962C8B-B14F-4D97-AF65-F5344CB8AC3E}">
        <p14:creationId xmlns:p14="http://schemas.microsoft.com/office/powerpoint/2010/main" val="1961964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2D4CE-C3FF-D3E9-228E-0F80153B75C5}"/>
              </a:ext>
            </a:extLst>
          </p:cNvPr>
          <p:cNvSpPr>
            <a:spLocks noGrp="1"/>
          </p:cNvSpPr>
          <p:nvPr>
            <p:ph type="title"/>
          </p:nvPr>
        </p:nvSpPr>
        <p:spPr>
          <a:xfrm>
            <a:off x="1066800" y="170154"/>
            <a:ext cx="4663440" cy="1018566"/>
          </a:xfrm>
        </p:spPr>
        <p:txBody>
          <a:bodyPr>
            <a:normAutofit/>
          </a:bodyPr>
          <a:lstStyle/>
          <a:p>
            <a:r>
              <a:rPr lang="en-IN" sz="2800" dirty="0"/>
              <a:t>COMPONENTS REQUIRED</a:t>
            </a:r>
          </a:p>
        </p:txBody>
      </p:sp>
      <p:pic>
        <p:nvPicPr>
          <p:cNvPr id="5" name="Picture 4">
            <a:extLst>
              <a:ext uri="{FF2B5EF4-FFF2-40B4-BE49-F238E27FC236}">
                <a16:creationId xmlns:a16="http://schemas.microsoft.com/office/drawing/2014/main" id="{C6E59A2C-A429-D13C-911B-C47086DD27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42" y="1121662"/>
            <a:ext cx="2286000" cy="2292096"/>
          </a:xfrm>
          <a:prstGeom prst="rect">
            <a:avLst/>
          </a:prstGeom>
        </p:spPr>
      </p:pic>
      <p:pic>
        <p:nvPicPr>
          <p:cNvPr id="7" name="Picture 6">
            <a:extLst>
              <a:ext uri="{FF2B5EF4-FFF2-40B4-BE49-F238E27FC236}">
                <a16:creationId xmlns:a16="http://schemas.microsoft.com/office/drawing/2014/main" id="{C4013D08-8896-0F4A-DB63-6842BCF923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2875" y="1121662"/>
            <a:ext cx="2143125" cy="2143125"/>
          </a:xfrm>
          <a:prstGeom prst="rect">
            <a:avLst/>
          </a:prstGeom>
        </p:spPr>
      </p:pic>
      <p:pic>
        <p:nvPicPr>
          <p:cNvPr id="9" name="Picture 8">
            <a:extLst>
              <a:ext uri="{FF2B5EF4-FFF2-40B4-BE49-F238E27FC236}">
                <a16:creationId xmlns:a16="http://schemas.microsoft.com/office/drawing/2014/main" id="{497AF305-F553-9128-7C1B-90F794557B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2597" y="1121662"/>
            <a:ext cx="2143125" cy="2143125"/>
          </a:xfrm>
          <a:prstGeom prst="rect">
            <a:avLst/>
          </a:prstGeom>
        </p:spPr>
      </p:pic>
      <p:pic>
        <p:nvPicPr>
          <p:cNvPr id="11" name="Picture 10">
            <a:extLst>
              <a:ext uri="{FF2B5EF4-FFF2-40B4-BE49-F238E27FC236}">
                <a16:creationId xmlns:a16="http://schemas.microsoft.com/office/drawing/2014/main" id="{0FE2A561-F0E7-CD6E-8C71-4E016430EF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2736" y="1121662"/>
            <a:ext cx="2143125" cy="2143125"/>
          </a:xfrm>
          <a:prstGeom prst="rect">
            <a:avLst/>
          </a:prstGeom>
        </p:spPr>
      </p:pic>
      <p:sp>
        <p:nvSpPr>
          <p:cNvPr id="14" name="TextBox 13">
            <a:extLst>
              <a:ext uri="{FF2B5EF4-FFF2-40B4-BE49-F238E27FC236}">
                <a16:creationId xmlns:a16="http://schemas.microsoft.com/office/drawing/2014/main" id="{E0E2C82D-267F-FA16-2879-A8FAF328288D}"/>
              </a:ext>
            </a:extLst>
          </p:cNvPr>
          <p:cNvSpPr txBox="1"/>
          <p:nvPr/>
        </p:nvSpPr>
        <p:spPr>
          <a:xfrm>
            <a:off x="1002983" y="3617450"/>
            <a:ext cx="2285999" cy="369332"/>
          </a:xfrm>
          <a:prstGeom prst="rect">
            <a:avLst/>
          </a:prstGeom>
          <a:noFill/>
        </p:spPr>
        <p:txBody>
          <a:bodyPr wrap="square" rtlCol="0">
            <a:spAutoFit/>
          </a:bodyPr>
          <a:lstStyle/>
          <a:p>
            <a:r>
              <a:rPr lang="en-IN" dirty="0"/>
              <a:t>ARDUINO UNO R3</a:t>
            </a:r>
          </a:p>
        </p:txBody>
      </p:sp>
      <p:sp>
        <p:nvSpPr>
          <p:cNvPr id="15" name="TextBox 14">
            <a:extLst>
              <a:ext uri="{FF2B5EF4-FFF2-40B4-BE49-F238E27FC236}">
                <a16:creationId xmlns:a16="http://schemas.microsoft.com/office/drawing/2014/main" id="{009B902F-A283-C663-B8B9-8B6170F24A6D}"/>
              </a:ext>
            </a:extLst>
          </p:cNvPr>
          <p:cNvSpPr txBox="1"/>
          <p:nvPr/>
        </p:nvSpPr>
        <p:spPr>
          <a:xfrm>
            <a:off x="3703320" y="3624806"/>
            <a:ext cx="2804160" cy="646331"/>
          </a:xfrm>
          <a:prstGeom prst="rect">
            <a:avLst/>
          </a:prstGeom>
          <a:noFill/>
        </p:spPr>
        <p:txBody>
          <a:bodyPr wrap="square" rtlCol="0">
            <a:spAutoFit/>
          </a:bodyPr>
          <a:lstStyle/>
          <a:p>
            <a:r>
              <a:rPr lang="en-IN" dirty="0"/>
              <a:t>SOIL MOISTURE SENSOR </a:t>
            </a:r>
          </a:p>
          <a:p>
            <a:endParaRPr lang="en-IN" dirty="0"/>
          </a:p>
        </p:txBody>
      </p:sp>
      <p:sp>
        <p:nvSpPr>
          <p:cNvPr id="16" name="TextBox 15">
            <a:extLst>
              <a:ext uri="{FF2B5EF4-FFF2-40B4-BE49-F238E27FC236}">
                <a16:creationId xmlns:a16="http://schemas.microsoft.com/office/drawing/2014/main" id="{0CAD1BCE-AA98-4E3E-A437-24422AA2E923}"/>
              </a:ext>
            </a:extLst>
          </p:cNvPr>
          <p:cNvSpPr txBox="1"/>
          <p:nvPr/>
        </p:nvSpPr>
        <p:spPr>
          <a:xfrm flipH="1">
            <a:off x="6921818" y="3585630"/>
            <a:ext cx="2804160" cy="369332"/>
          </a:xfrm>
          <a:prstGeom prst="rect">
            <a:avLst/>
          </a:prstGeom>
          <a:noFill/>
        </p:spPr>
        <p:txBody>
          <a:bodyPr wrap="square" rtlCol="0">
            <a:spAutoFit/>
          </a:bodyPr>
          <a:lstStyle/>
          <a:p>
            <a:r>
              <a:rPr lang="en-IN" dirty="0"/>
              <a:t>5V RELAY MODULE</a:t>
            </a:r>
          </a:p>
        </p:txBody>
      </p:sp>
      <p:sp>
        <p:nvSpPr>
          <p:cNvPr id="20" name="TextBox 19">
            <a:extLst>
              <a:ext uri="{FF2B5EF4-FFF2-40B4-BE49-F238E27FC236}">
                <a16:creationId xmlns:a16="http://schemas.microsoft.com/office/drawing/2014/main" id="{EEC11E36-D146-F053-2A9C-B7305B0977E3}"/>
              </a:ext>
            </a:extLst>
          </p:cNvPr>
          <p:cNvSpPr txBox="1"/>
          <p:nvPr/>
        </p:nvSpPr>
        <p:spPr>
          <a:xfrm>
            <a:off x="9352597" y="3578639"/>
            <a:ext cx="2697480" cy="369332"/>
          </a:xfrm>
          <a:prstGeom prst="rect">
            <a:avLst/>
          </a:prstGeom>
          <a:noFill/>
        </p:spPr>
        <p:txBody>
          <a:bodyPr wrap="square" rtlCol="0">
            <a:spAutoFit/>
          </a:bodyPr>
          <a:lstStyle/>
          <a:p>
            <a:r>
              <a:rPr lang="en-IN" dirty="0"/>
              <a:t>SMALL WATER PUMP</a:t>
            </a:r>
          </a:p>
        </p:txBody>
      </p:sp>
      <p:pic>
        <p:nvPicPr>
          <p:cNvPr id="4" name="Picture 3">
            <a:extLst>
              <a:ext uri="{FF2B5EF4-FFF2-40B4-BE49-F238E27FC236}">
                <a16:creationId xmlns:a16="http://schemas.microsoft.com/office/drawing/2014/main" id="{5F1B5778-FC13-7A7E-40DC-1296E1AFF0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33837" y="4114274"/>
            <a:ext cx="2143125" cy="2143125"/>
          </a:xfrm>
          <a:prstGeom prst="rect">
            <a:avLst/>
          </a:prstGeom>
        </p:spPr>
      </p:pic>
      <p:pic>
        <p:nvPicPr>
          <p:cNvPr id="8" name="Picture 7">
            <a:extLst>
              <a:ext uri="{FF2B5EF4-FFF2-40B4-BE49-F238E27FC236}">
                <a16:creationId xmlns:a16="http://schemas.microsoft.com/office/drawing/2014/main" id="{58BCCF84-67BF-DFEC-9C09-212654D398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21818" y="4152374"/>
            <a:ext cx="2171700" cy="2105025"/>
          </a:xfrm>
          <a:prstGeom prst="rect">
            <a:avLst/>
          </a:prstGeom>
        </p:spPr>
      </p:pic>
      <p:sp>
        <p:nvSpPr>
          <p:cNvPr id="17" name="TextBox 16">
            <a:extLst>
              <a:ext uri="{FF2B5EF4-FFF2-40B4-BE49-F238E27FC236}">
                <a16:creationId xmlns:a16="http://schemas.microsoft.com/office/drawing/2014/main" id="{0E3C455B-E9FE-E00B-1314-3BBD53BC28A6}"/>
              </a:ext>
            </a:extLst>
          </p:cNvPr>
          <p:cNvSpPr txBox="1"/>
          <p:nvPr/>
        </p:nvSpPr>
        <p:spPr>
          <a:xfrm flipH="1">
            <a:off x="7269480" y="6367845"/>
            <a:ext cx="2456498" cy="369332"/>
          </a:xfrm>
          <a:prstGeom prst="rect">
            <a:avLst/>
          </a:prstGeom>
          <a:noFill/>
        </p:spPr>
        <p:txBody>
          <a:bodyPr wrap="square" rtlCol="0">
            <a:spAutoFit/>
          </a:bodyPr>
          <a:lstStyle/>
          <a:p>
            <a:r>
              <a:rPr lang="en-IN" dirty="0"/>
              <a:t>JUMPER WIRES</a:t>
            </a:r>
          </a:p>
        </p:txBody>
      </p:sp>
      <p:sp>
        <p:nvSpPr>
          <p:cNvPr id="18" name="TextBox 17">
            <a:extLst>
              <a:ext uri="{FF2B5EF4-FFF2-40B4-BE49-F238E27FC236}">
                <a16:creationId xmlns:a16="http://schemas.microsoft.com/office/drawing/2014/main" id="{E4BF7EC9-8D1D-CEF7-2639-FA0B20025D98}"/>
              </a:ext>
            </a:extLst>
          </p:cNvPr>
          <p:cNvSpPr txBox="1"/>
          <p:nvPr/>
        </p:nvSpPr>
        <p:spPr>
          <a:xfrm>
            <a:off x="4394359" y="6384057"/>
            <a:ext cx="2285999" cy="646331"/>
          </a:xfrm>
          <a:prstGeom prst="rect">
            <a:avLst/>
          </a:prstGeom>
          <a:noFill/>
        </p:spPr>
        <p:txBody>
          <a:bodyPr wrap="square" rtlCol="0">
            <a:spAutoFit/>
          </a:bodyPr>
          <a:lstStyle/>
          <a:p>
            <a:r>
              <a:rPr lang="en-IN" dirty="0"/>
              <a:t>9V BATTERY</a:t>
            </a:r>
          </a:p>
          <a:p>
            <a:endParaRPr lang="en-IN" dirty="0"/>
          </a:p>
        </p:txBody>
      </p:sp>
    </p:spTree>
    <p:extLst>
      <p:ext uri="{BB962C8B-B14F-4D97-AF65-F5344CB8AC3E}">
        <p14:creationId xmlns:p14="http://schemas.microsoft.com/office/powerpoint/2010/main" val="3930812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54071-B147-6CF4-8957-C072EA1C24A1}"/>
              </a:ext>
            </a:extLst>
          </p:cNvPr>
          <p:cNvSpPr>
            <a:spLocks noGrp="1"/>
          </p:cNvSpPr>
          <p:nvPr>
            <p:ph type="title"/>
          </p:nvPr>
        </p:nvSpPr>
        <p:spPr>
          <a:xfrm>
            <a:off x="868679" y="0"/>
            <a:ext cx="10058400" cy="734034"/>
          </a:xfrm>
        </p:spPr>
        <p:txBody>
          <a:bodyPr>
            <a:normAutofit/>
          </a:bodyPr>
          <a:lstStyle/>
          <a:p>
            <a:r>
              <a:rPr lang="en-IN" sz="4000" dirty="0"/>
              <a:t>CONNECTIONS AND CIRCUIT DIAGRAM</a:t>
            </a:r>
          </a:p>
        </p:txBody>
      </p:sp>
      <p:pic>
        <p:nvPicPr>
          <p:cNvPr id="5" name="Content Placeholder 4">
            <a:extLst>
              <a:ext uri="{FF2B5EF4-FFF2-40B4-BE49-F238E27FC236}">
                <a16:creationId xmlns:a16="http://schemas.microsoft.com/office/drawing/2014/main" id="{61FED88A-16DC-F9EA-D583-0E754D9C93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8721" y="975359"/>
            <a:ext cx="9921238" cy="5580697"/>
          </a:xfrm>
        </p:spPr>
      </p:pic>
    </p:spTree>
    <p:extLst>
      <p:ext uri="{BB962C8B-B14F-4D97-AF65-F5344CB8AC3E}">
        <p14:creationId xmlns:p14="http://schemas.microsoft.com/office/powerpoint/2010/main" val="2263415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F47E-40E0-41A1-AFA2-78AEAB4C5403}"/>
              </a:ext>
            </a:extLst>
          </p:cNvPr>
          <p:cNvSpPr>
            <a:spLocks noGrp="1"/>
          </p:cNvSpPr>
          <p:nvPr>
            <p:ph type="title"/>
          </p:nvPr>
        </p:nvSpPr>
        <p:spPr/>
        <p:txBody>
          <a:bodyPr/>
          <a:lstStyle/>
          <a:p>
            <a:r>
              <a:rPr lang="en-IN" dirty="0"/>
              <a:t>VIDEO DEMONSTRATION</a:t>
            </a:r>
          </a:p>
        </p:txBody>
      </p:sp>
      <p:sp>
        <p:nvSpPr>
          <p:cNvPr id="3" name="Content Placeholder 2">
            <a:extLst>
              <a:ext uri="{FF2B5EF4-FFF2-40B4-BE49-F238E27FC236}">
                <a16:creationId xmlns:a16="http://schemas.microsoft.com/office/drawing/2014/main" id="{2FD78038-C4D7-DC6B-DB59-B10BC7A21F99}"/>
              </a:ext>
            </a:extLst>
          </p:cNvPr>
          <p:cNvSpPr>
            <a:spLocks noGrp="1"/>
          </p:cNvSpPr>
          <p:nvPr>
            <p:ph idx="1"/>
          </p:nvPr>
        </p:nvSpPr>
        <p:spPr/>
        <p:txBody>
          <a:bodyPr/>
          <a:lstStyle/>
          <a:p>
            <a:pPr marL="0" indent="0">
              <a:buNone/>
            </a:pPr>
            <a:r>
              <a:rPr lang="en-IN" dirty="0">
                <a:hlinkClick r:id="rId2"/>
              </a:rPr>
              <a:t>https://drive.google.com/drive/folders/1hWxC_008_2gjnyb0McVaEjI6dfHVLdaU?usp=sharing</a:t>
            </a:r>
            <a:endParaRPr lang="en-IN" dirty="0"/>
          </a:p>
          <a:p>
            <a:pPr marL="0" indent="0">
              <a:buNone/>
            </a:pPr>
            <a:r>
              <a:rPr lang="en-IN" dirty="0"/>
              <a:t>      Refer the above drive link.</a:t>
            </a:r>
          </a:p>
        </p:txBody>
      </p:sp>
    </p:spTree>
    <p:extLst>
      <p:ext uri="{BB962C8B-B14F-4D97-AF65-F5344CB8AC3E}">
        <p14:creationId xmlns:p14="http://schemas.microsoft.com/office/powerpoint/2010/main" val="637580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422A-EB3A-1745-BE7B-85EB4190F242}"/>
              </a:ext>
            </a:extLst>
          </p:cNvPr>
          <p:cNvSpPr>
            <a:spLocks noGrp="1"/>
          </p:cNvSpPr>
          <p:nvPr>
            <p:ph type="title"/>
          </p:nvPr>
        </p:nvSpPr>
        <p:spPr>
          <a:xfrm>
            <a:off x="4521675" y="0"/>
            <a:ext cx="3148649" cy="701040"/>
          </a:xfrm>
        </p:spPr>
        <p:txBody>
          <a:bodyPr/>
          <a:lstStyle/>
          <a:p>
            <a:r>
              <a:rPr lang="en-IN" dirty="0"/>
              <a:t>CODE</a:t>
            </a:r>
          </a:p>
        </p:txBody>
      </p:sp>
      <p:sp>
        <p:nvSpPr>
          <p:cNvPr id="3" name="Content Placeholder 2">
            <a:extLst>
              <a:ext uri="{FF2B5EF4-FFF2-40B4-BE49-F238E27FC236}">
                <a16:creationId xmlns:a16="http://schemas.microsoft.com/office/drawing/2014/main" id="{AB64E9D4-6390-08E9-B445-B1A8147EA9AD}"/>
              </a:ext>
            </a:extLst>
          </p:cNvPr>
          <p:cNvSpPr>
            <a:spLocks noGrp="1"/>
          </p:cNvSpPr>
          <p:nvPr>
            <p:ph idx="1"/>
          </p:nvPr>
        </p:nvSpPr>
        <p:spPr>
          <a:xfrm>
            <a:off x="2377440" y="701040"/>
            <a:ext cx="9125583" cy="6156959"/>
          </a:xfrm>
        </p:spPr>
        <p:txBody>
          <a:bodyPr>
            <a:normAutofit fontScale="70000" lnSpcReduction="20000"/>
          </a:bodyPr>
          <a:lstStyle/>
          <a:p>
            <a:pPr marL="0" indent="0">
              <a:buNone/>
            </a:pPr>
            <a:r>
              <a:rPr lang="en-US" dirty="0"/>
              <a:t>int water; //random variable </a:t>
            </a:r>
          </a:p>
          <a:p>
            <a:pPr marL="0" indent="0">
              <a:buNone/>
            </a:pPr>
            <a:r>
              <a:rPr lang="en-US" dirty="0"/>
              <a:t>void setup() {</a:t>
            </a:r>
          </a:p>
          <a:p>
            <a:pPr marL="0" indent="0">
              <a:buNone/>
            </a:pPr>
            <a:r>
              <a:rPr lang="en-US" dirty="0"/>
              <a:t>  </a:t>
            </a:r>
            <a:r>
              <a:rPr lang="en-US" dirty="0" err="1"/>
              <a:t>pinMode</a:t>
            </a:r>
            <a:r>
              <a:rPr lang="en-US" dirty="0"/>
              <a:t>(3,OUTPUT); //output pin for relay board, this will sent signal to the relay</a:t>
            </a:r>
          </a:p>
          <a:p>
            <a:pPr marL="0" indent="0">
              <a:buNone/>
            </a:pPr>
            <a:r>
              <a:rPr lang="en-US" dirty="0"/>
              <a:t>  </a:t>
            </a:r>
            <a:r>
              <a:rPr lang="en-US" dirty="0" err="1"/>
              <a:t>pinMode</a:t>
            </a:r>
            <a:r>
              <a:rPr lang="en-US" dirty="0"/>
              <a:t>(6,INPUT); //input pin coming from soil sensor</a:t>
            </a:r>
          </a:p>
          <a:p>
            <a:pPr marL="0" indent="0">
              <a:buNone/>
            </a:pPr>
            <a:r>
              <a:rPr lang="en-US" dirty="0"/>
              <a:t>}</a:t>
            </a:r>
          </a:p>
          <a:p>
            <a:pPr marL="0" indent="0">
              <a:buNone/>
            </a:pPr>
            <a:endParaRPr lang="en-US" dirty="0"/>
          </a:p>
          <a:p>
            <a:pPr marL="0" indent="0">
              <a:buNone/>
            </a:pPr>
            <a:r>
              <a:rPr lang="en-US" dirty="0"/>
              <a:t>void loop() { </a:t>
            </a:r>
          </a:p>
          <a:p>
            <a:pPr marL="0" indent="0">
              <a:buNone/>
            </a:pPr>
            <a:r>
              <a:rPr lang="en-US" dirty="0"/>
              <a:t>  water = </a:t>
            </a:r>
            <a:r>
              <a:rPr lang="en-US" dirty="0" err="1"/>
              <a:t>digitalRead</a:t>
            </a:r>
            <a:r>
              <a:rPr lang="en-US" dirty="0"/>
              <a:t>(6);  // reading the coming signal from the soil sensor</a:t>
            </a:r>
          </a:p>
          <a:p>
            <a:pPr marL="0" indent="0">
              <a:buNone/>
            </a:pPr>
            <a:r>
              <a:rPr lang="en-US" dirty="0"/>
              <a:t>  if(water == HIGH) // if water level is full then cut the relay </a:t>
            </a:r>
          </a:p>
          <a:p>
            <a:pPr marL="0" indent="0">
              <a:buNone/>
            </a:pPr>
            <a:r>
              <a:rPr lang="en-US" dirty="0"/>
              <a:t>  {</a:t>
            </a:r>
          </a:p>
          <a:p>
            <a:pPr marL="0" indent="0">
              <a:buNone/>
            </a:pPr>
            <a:r>
              <a:rPr lang="en-US" dirty="0"/>
              <a:t>  </a:t>
            </a:r>
            <a:r>
              <a:rPr lang="en-US" dirty="0" err="1"/>
              <a:t>digitalWrite</a:t>
            </a:r>
            <a:r>
              <a:rPr lang="en-US" dirty="0"/>
              <a:t>(3,LOW); // low is to cut the relay</a:t>
            </a:r>
          </a:p>
          <a:p>
            <a:pPr marL="0" indent="0">
              <a:buNone/>
            </a:pPr>
            <a:r>
              <a:rPr lang="en-US" dirty="0"/>
              <a:t>  }</a:t>
            </a:r>
          </a:p>
          <a:p>
            <a:pPr marL="0" indent="0">
              <a:buNone/>
            </a:pPr>
            <a:r>
              <a:rPr lang="en-US" dirty="0"/>
              <a:t>  else</a:t>
            </a:r>
          </a:p>
          <a:p>
            <a:pPr marL="0" indent="0">
              <a:buNone/>
            </a:pPr>
            <a:r>
              <a:rPr lang="en-US" dirty="0"/>
              <a:t>  {</a:t>
            </a:r>
          </a:p>
          <a:p>
            <a:pPr marL="0" indent="0">
              <a:buNone/>
            </a:pPr>
            <a:r>
              <a:rPr lang="en-US" dirty="0"/>
              <a:t>  </a:t>
            </a:r>
            <a:r>
              <a:rPr lang="en-US" dirty="0" err="1"/>
              <a:t>digitalWrite</a:t>
            </a:r>
            <a:r>
              <a:rPr lang="en-US" dirty="0"/>
              <a:t>(3,HIGH); //high to continue proving signal and water supply</a:t>
            </a:r>
          </a:p>
          <a:p>
            <a:pPr marL="0" indent="0">
              <a:buNone/>
            </a:pPr>
            <a:r>
              <a:rPr lang="en-US" dirty="0"/>
              <a:t>  }</a:t>
            </a:r>
          </a:p>
          <a:p>
            <a:pPr marL="0" indent="0">
              <a:buNone/>
            </a:pPr>
            <a:r>
              <a:rPr lang="en-US" dirty="0"/>
              <a:t>  delay(400); </a:t>
            </a:r>
          </a:p>
          <a:p>
            <a:pPr marL="0" indent="0">
              <a:buNone/>
            </a:pPr>
            <a:r>
              <a:rPr lang="en-US" dirty="0"/>
              <a:t>}</a:t>
            </a:r>
            <a:endParaRPr lang="en-IN" dirty="0"/>
          </a:p>
        </p:txBody>
      </p:sp>
    </p:spTree>
    <p:extLst>
      <p:ext uri="{BB962C8B-B14F-4D97-AF65-F5344CB8AC3E}">
        <p14:creationId xmlns:p14="http://schemas.microsoft.com/office/powerpoint/2010/main" val="267089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C4492-3D5F-6C31-8F2D-7FF39980DBD1}"/>
              </a:ext>
            </a:extLst>
          </p:cNvPr>
          <p:cNvSpPr>
            <a:spLocks noGrp="1"/>
          </p:cNvSpPr>
          <p:nvPr>
            <p:ph type="title"/>
          </p:nvPr>
        </p:nvSpPr>
        <p:spPr>
          <a:xfrm>
            <a:off x="1484311" y="3322320"/>
            <a:ext cx="10018713" cy="1264920"/>
          </a:xfrm>
        </p:spPr>
        <p:txBody>
          <a:bodyPr>
            <a:normAutofit fontScale="90000"/>
          </a:bodyPr>
          <a:lstStyle/>
          <a:p>
            <a:r>
              <a:rPr lang="en-IN" sz="9600" dirty="0"/>
              <a:t>THANK YOU !!!</a:t>
            </a:r>
            <a:br>
              <a:rPr lang="en-IN" sz="9600" dirty="0"/>
            </a:br>
            <a:endParaRPr lang="en-IN" sz="9600" dirty="0"/>
          </a:p>
        </p:txBody>
      </p:sp>
    </p:spTree>
    <p:extLst>
      <p:ext uri="{BB962C8B-B14F-4D97-AF65-F5344CB8AC3E}">
        <p14:creationId xmlns:p14="http://schemas.microsoft.com/office/powerpoint/2010/main" val="6398916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docProps/app.xml><?xml version="1.0" encoding="utf-8"?>
<Properties xmlns="http://schemas.openxmlformats.org/officeDocument/2006/extended-properties" xmlns:vt="http://schemas.openxmlformats.org/officeDocument/2006/docPropsVTypes">
  <Template>TM03457496[[fn=Parallax]]</Template>
  <TotalTime>178</TotalTime>
  <Words>276</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Corbel</vt:lpstr>
      <vt:lpstr>Parallax</vt:lpstr>
      <vt:lpstr>Agriculture Monitoring and Irrigation automation System </vt:lpstr>
      <vt:lpstr>UNDERSTANDING THE PROBLEM</vt:lpstr>
      <vt:lpstr>COMPONENTS REQUIRED</vt:lpstr>
      <vt:lpstr>COMPONENTS REQUIRED</vt:lpstr>
      <vt:lpstr>CONNECTIONS AND CIRCUIT DIAGRAM</vt:lpstr>
      <vt:lpstr>VIDEO DEMONSTRATION</vt:lpstr>
      <vt:lpstr>CODE</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Agriculture Monitoring and Irrigation automation System</dc:title>
  <dc:creator>SHOBIT VERMA</dc:creator>
  <cp:lastModifiedBy>SHOBIT VERMA</cp:lastModifiedBy>
  <cp:revision>7</cp:revision>
  <dcterms:created xsi:type="dcterms:W3CDTF">2022-05-01T14:12:32Z</dcterms:created>
  <dcterms:modified xsi:type="dcterms:W3CDTF">2022-05-02T14:32:19Z</dcterms:modified>
</cp:coreProperties>
</file>